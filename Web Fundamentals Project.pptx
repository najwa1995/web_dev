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759A3-A1CF-4AD7-9CEB-B420597DC456}" v="7" dt="2022-05-24T14:51:21.358"/>
    <p1510:client id="{8585F63D-69E3-426D-89D1-5FCFAEA147DB}" v="39" dt="2022-05-24T15:47:03.855"/>
    <p1510:client id="{95F27E2D-A205-42AB-ABB8-847F4C31A5B9}" v="105" dt="2022-05-24T21:13:57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ilisateur invité" userId="891fc039cf74d959" providerId="Windows Live" clId="Web-{8585F63D-69E3-426D-89D1-5FCFAEA147DB}"/>
    <pc:docChg chg="modSld">
      <pc:chgData name="Utilisateur invité" userId="891fc039cf74d959" providerId="Windows Live" clId="Web-{8585F63D-69E3-426D-89D1-5FCFAEA147DB}" dt="2022-05-24T15:47:03.855" v="37" actId="20577"/>
      <pc:docMkLst>
        <pc:docMk/>
      </pc:docMkLst>
      <pc:sldChg chg="modSp">
        <pc:chgData name="Utilisateur invité" userId="891fc039cf74d959" providerId="Windows Live" clId="Web-{8585F63D-69E3-426D-89D1-5FCFAEA147DB}" dt="2022-05-24T15:47:03.855" v="37" actId="20577"/>
        <pc:sldMkLst>
          <pc:docMk/>
          <pc:sldMk cId="2565646631" sldId="257"/>
        </pc:sldMkLst>
        <pc:spChg chg="mod">
          <ac:chgData name="Utilisateur invité" userId="891fc039cf74d959" providerId="Windows Live" clId="Web-{8585F63D-69E3-426D-89D1-5FCFAEA147DB}" dt="2022-05-24T15:44:02.173" v="11" actId="20577"/>
          <ac:spMkLst>
            <pc:docMk/>
            <pc:sldMk cId="2565646631" sldId="257"/>
            <ac:spMk id="2" creationId="{58AF5712-345D-6A6C-9338-402D66CBDF86}"/>
          </ac:spMkLst>
        </pc:spChg>
        <pc:spChg chg="mod">
          <ac:chgData name="Utilisateur invité" userId="891fc039cf74d959" providerId="Windows Live" clId="Web-{8585F63D-69E3-426D-89D1-5FCFAEA147DB}" dt="2022-05-24T15:47:03.855" v="37" actId="20577"/>
          <ac:spMkLst>
            <pc:docMk/>
            <pc:sldMk cId="2565646631" sldId="257"/>
            <ac:spMk id="3" creationId="{3D309BC6-6AE6-BC84-DA2A-A858302AFFF4}"/>
          </ac:spMkLst>
        </pc:spChg>
      </pc:sldChg>
    </pc:docChg>
  </pc:docChgLst>
  <pc:docChgLst>
    <pc:chgData name="Utilisateur invité" userId="891fc039cf74d959" providerId="Windows Live" clId="Web-{95F27E2D-A205-42AB-ABB8-847F4C31A5B9}"/>
    <pc:docChg chg="addSld modSld addMainMaster delMainMaster">
      <pc:chgData name="Utilisateur invité" userId="891fc039cf74d959" providerId="Windows Live" clId="Web-{95F27E2D-A205-42AB-ABB8-847F4C31A5B9}" dt="2022-05-24T21:13:57.628" v="101" actId="20577"/>
      <pc:docMkLst>
        <pc:docMk/>
      </pc:docMkLst>
      <pc:sldChg chg="delSp modSp mod modClrScheme chgLayout">
        <pc:chgData name="Utilisateur invité" userId="891fc039cf74d959" providerId="Windows Live" clId="Web-{95F27E2D-A205-42AB-ABB8-847F4C31A5B9}" dt="2022-05-24T20:54:50.330" v="16" actId="1076"/>
        <pc:sldMkLst>
          <pc:docMk/>
          <pc:sldMk cId="3784089036" sldId="256"/>
        </pc:sldMkLst>
        <pc:spChg chg="mod ord">
          <ac:chgData name="Utilisateur invité" userId="891fc039cf74d959" providerId="Windows Live" clId="Web-{95F27E2D-A205-42AB-ABB8-847F4C31A5B9}" dt="2022-05-24T20:54:50.330" v="16" actId="1076"/>
          <ac:spMkLst>
            <pc:docMk/>
            <pc:sldMk cId="3784089036" sldId="256"/>
            <ac:spMk id="2" creationId="{00000000-0000-0000-0000-000000000000}"/>
          </ac:spMkLst>
        </pc:spChg>
        <pc:spChg chg="del">
          <ac:chgData name="Utilisateur invité" userId="891fc039cf74d959" providerId="Windows Live" clId="Web-{95F27E2D-A205-42AB-ABB8-847F4C31A5B9}" dt="2022-05-24T20:53:19.577" v="11"/>
          <ac:spMkLst>
            <pc:docMk/>
            <pc:sldMk cId="3784089036" sldId="256"/>
            <ac:spMk id="3" creationId="{00000000-0000-0000-0000-000000000000}"/>
          </ac:spMkLst>
        </pc:spChg>
      </pc:sldChg>
      <pc:sldChg chg="modSp mod modClrScheme chgLayout">
        <pc:chgData name="Utilisateur invité" userId="891fc039cf74d959" providerId="Windows Live" clId="Web-{95F27E2D-A205-42AB-ABB8-847F4C31A5B9}" dt="2022-05-24T20:55:31.315" v="22" actId="20577"/>
        <pc:sldMkLst>
          <pc:docMk/>
          <pc:sldMk cId="2565646631" sldId="257"/>
        </pc:sldMkLst>
        <pc:spChg chg="mod ord">
          <ac:chgData name="Utilisateur invité" userId="891fc039cf74d959" providerId="Windows Live" clId="Web-{95F27E2D-A205-42AB-ABB8-847F4C31A5B9}" dt="2022-05-24T20:53:34.593" v="12"/>
          <ac:spMkLst>
            <pc:docMk/>
            <pc:sldMk cId="2565646631" sldId="257"/>
            <ac:spMk id="2" creationId="{58AF5712-345D-6A6C-9338-402D66CBDF86}"/>
          </ac:spMkLst>
        </pc:spChg>
        <pc:spChg chg="mod ord">
          <ac:chgData name="Utilisateur invité" userId="891fc039cf74d959" providerId="Windows Live" clId="Web-{95F27E2D-A205-42AB-ABB8-847F4C31A5B9}" dt="2022-05-24T20:55:31.315" v="22" actId="20577"/>
          <ac:spMkLst>
            <pc:docMk/>
            <pc:sldMk cId="2565646631" sldId="257"/>
            <ac:spMk id="3" creationId="{3D309BC6-6AE6-BC84-DA2A-A858302AFFF4}"/>
          </ac:spMkLst>
        </pc:spChg>
      </pc:sldChg>
      <pc:sldChg chg="modSp new">
        <pc:chgData name="Utilisateur invité" userId="891fc039cf74d959" providerId="Windows Live" clId="Web-{95F27E2D-A205-42AB-ABB8-847F4C31A5B9}" dt="2022-05-24T21:07:56.508" v="72" actId="20577"/>
        <pc:sldMkLst>
          <pc:docMk/>
          <pc:sldMk cId="3702960618" sldId="258"/>
        </pc:sldMkLst>
        <pc:spChg chg="mod">
          <ac:chgData name="Utilisateur invité" userId="891fc039cf74d959" providerId="Windows Live" clId="Web-{95F27E2D-A205-42AB-ABB8-847F4C31A5B9}" dt="2022-05-24T21:07:56.508" v="72" actId="20577"/>
          <ac:spMkLst>
            <pc:docMk/>
            <pc:sldMk cId="3702960618" sldId="258"/>
            <ac:spMk id="2" creationId="{A2A0ADA5-D438-EFD2-9A87-946FFD6FB9E1}"/>
          </ac:spMkLst>
        </pc:spChg>
        <pc:spChg chg="mod">
          <ac:chgData name="Utilisateur invité" userId="891fc039cf74d959" providerId="Windows Live" clId="Web-{95F27E2D-A205-42AB-ABB8-847F4C31A5B9}" dt="2022-05-24T21:06:06.458" v="64" actId="20577"/>
          <ac:spMkLst>
            <pc:docMk/>
            <pc:sldMk cId="3702960618" sldId="258"/>
            <ac:spMk id="3" creationId="{2EBA14B1-7808-A3CC-B203-2C75FBF07EE9}"/>
          </ac:spMkLst>
        </pc:spChg>
      </pc:sldChg>
      <pc:sldChg chg="modSp new">
        <pc:chgData name="Utilisateur invité" userId="891fc039cf74d959" providerId="Windows Live" clId="Web-{95F27E2D-A205-42AB-ABB8-847F4C31A5B9}" dt="2022-05-24T21:13:57.628" v="101" actId="20577"/>
        <pc:sldMkLst>
          <pc:docMk/>
          <pc:sldMk cId="3789584108" sldId="259"/>
        </pc:sldMkLst>
        <pc:spChg chg="mod">
          <ac:chgData name="Utilisateur invité" userId="891fc039cf74d959" providerId="Windows Live" clId="Web-{95F27E2D-A205-42AB-ABB8-847F4C31A5B9}" dt="2022-05-24T21:06:27.943" v="70" actId="20577"/>
          <ac:spMkLst>
            <pc:docMk/>
            <pc:sldMk cId="3789584108" sldId="259"/>
            <ac:spMk id="2" creationId="{3234C7D8-75C9-5BF4-6977-B21C3C02A3AB}"/>
          </ac:spMkLst>
        </pc:spChg>
        <pc:spChg chg="mod">
          <ac:chgData name="Utilisateur invité" userId="891fc039cf74d959" providerId="Windows Live" clId="Web-{95F27E2D-A205-42AB-ABB8-847F4C31A5B9}" dt="2022-05-24T21:13:57.628" v="101" actId="20577"/>
          <ac:spMkLst>
            <pc:docMk/>
            <pc:sldMk cId="3789584108" sldId="259"/>
            <ac:spMk id="3" creationId="{4300F9E7-BF32-4310-35AE-A9767FEEE7FC}"/>
          </ac:spMkLst>
        </pc:spChg>
      </pc:sldChg>
      <pc:sldMasterChg chg="del delSldLayout">
        <pc:chgData name="Utilisateur invité" userId="891fc039cf74d959" providerId="Windows Live" clId="Web-{95F27E2D-A205-42AB-ABB8-847F4C31A5B9}" dt="2022-05-24T20:53:34.593" v="12"/>
        <pc:sldMasterMkLst>
          <pc:docMk/>
          <pc:sldMasterMk cId="3071127875" sldId="2147483648"/>
        </pc:sldMasterMkLst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3310491181" sldId="2147483649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3841795644" sldId="2147483650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3466923455" sldId="2147483651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3747632232" sldId="2147483652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2611866596" sldId="2147483653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3395854097" sldId="2147483654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4040201302" sldId="2147483655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2706407263" sldId="2147483656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1610903340" sldId="2147483657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4172787210" sldId="2147483658"/>
          </pc:sldLayoutMkLst>
        </pc:sldLayoutChg>
        <pc:sldLayoutChg chg="del">
          <pc:chgData name="Utilisateur invité" userId="891fc039cf74d959" providerId="Windows Live" clId="Web-{95F27E2D-A205-42AB-ABB8-847F4C31A5B9}" dt="2022-05-24T20:53:34.593" v="12"/>
          <pc:sldLayoutMkLst>
            <pc:docMk/>
            <pc:sldMasterMk cId="3071127875" sldId="2147483648"/>
            <pc:sldLayoutMk cId="1902177510" sldId="2147483659"/>
          </pc:sldLayoutMkLst>
        </pc:sldLayoutChg>
      </pc:sldMasterChg>
      <pc:sldMasterChg chg="add addSldLayout modSldLayout">
        <pc:chgData name="Utilisateur invité" userId="891fc039cf74d959" providerId="Windows Live" clId="Web-{95F27E2D-A205-42AB-ABB8-847F4C31A5B9}" dt="2022-05-24T20:53:34.593" v="12"/>
        <pc:sldMasterMkLst>
          <pc:docMk/>
          <pc:sldMasterMk cId="722708139" sldId="2147483660"/>
        </pc:sldMasterMkLst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1071657173" sldId="2147483661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2001421916" sldId="2147483662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96336479" sldId="2147483663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2850462430" sldId="2147483664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997566203" sldId="2147483665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1730619208" sldId="2147483666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2670624761" sldId="2147483667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2598275113" sldId="2147483668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644945624" sldId="2147483669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2772557843" sldId="2147483670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1162864546" sldId="2147483671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807783950" sldId="2147483672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3987811409" sldId="2147483673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1111557210" sldId="2147483674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4226960650" sldId="2147483675"/>
          </pc:sldLayoutMkLst>
        </pc:sldLayoutChg>
        <pc:sldLayoutChg chg="add mod replId">
          <pc:chgData name="Utilisateur invité" userId="891fc039cf74d959" providerId="Windows Live" clId="Web-{95F27E2D-A205-42AB-ABB8-847F4C31A5B9}" dt="2022-05-24T20:53:34.593" v="12"/>
          <pc:sldLayoutMkLst>
            <pc:docMk/>
            <pc:sldMasterMk cId="722708139" sldId="2147483660"/>
            <pc:sldLayoutMk cId="2400582022" sldId="214748367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5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36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462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56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61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7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94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5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2864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83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7811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57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960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8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70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91779" y="990600"/>
            <a:ext cx="8915399" cy="2262781"/>
          </a:xfrm>
        </p:spPr>
        <p:txBody>
          <a:bodyPr/>
          <a:lstStyle/>
          <a:p>
            <a:r>
              <a:rPr lang="fr-FR" b="1" dirty="0" err="1">
                <a:cs typeface="Calibri Light"/>
              </a:rPr>
              <a:t>My</a:t>
            </a:r>
            <a:r>
              <a:rPr lang="fr-FR" b="1" dirty="0">
                <a:cs typeface="Calibri Light"/>
              </a:rPr>
              <a:t> checkpoints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AF5712-345D-6A6C-9338-402D66CB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>
                <a:ea typeface="+mj-lt"/>
                <a:cs typeface="+mj-lt"/>
              </a:rPr>
              <a:t>1 -  How </a:t>
            </a:r>
            <a:r>
              <a:rPr lang="fr-FR" i="1" dirty="0" err="1">
                <a:ea typeface="+mj-lt"/>
                <a:cs typeface="+mj-lt"/>
              </a:rPr>
              <a:t>does</a:t>
            </a:r>
            <a:r>
              <a:rPr lang="fr-FR" i="1" dirty="0">
                <a:ea typeface="+mj-lt"/>
                <a:cs typeface="+mj-lt"/>
              </a:rPr>
              <a:t> the web </a:t>
            </a:r>
            <a:r>
              <a:rPr lang="fr-FR" i="1" dirty="0" err="1">
                <a:ea typeface="+mj-lt"/>
                <a:cs typeface="+mj-lt"/>
              </a:rPr>
              <a:t>work</a:t>
            </a:r>
            <a:r>
              <a:rPr lang="fr-FR" dirty="0">
                <a:ea typeface="+mj-lt"/>
                <a:cs typeface="+mj-lt"/>
              </a:rPr>
              <a:t>?</a:t>
            </a:r>
            <a:endParaRPr lang="fr-FR" dirty="0">
              <a:cs typeface="Calibri Light"/>
            </a:endParaRPr>
          </a:p>
          <a:p>
            <a:endParaRPr lang="fr-FR" dirty="0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09BC6-6AE6-BC84-DA2A-A858302AF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dirty="0">
                <a:ea typeface="+mn-lt"/>
                <a:cs typeface="+mn-lt"/>
              </a:rPr>
              <a:t>Web </a:t>
            </a:r>
            <a:r>
              <a:rPr lang="fr-FR" dirty="0" err="1">
                <a:ea typeface="+mn-lt"/>
                <a:cs typeface="+mn-lt"/>
              </a:rPr>
              <a:t>development</a:t>
            </a:r>
            <a:r>
              <a:rPr lang="fr-FR" dirty="0">
                <a:ea typeface="+mn-lt"/>
                <a:cs typeface="+mn-lt"/>
              </a:rPr>
              <a:t> can </a:t>
            </a:r>
            <a:r>
              <a:rPr lang="fr-FR" dirty="0" err="1">
                <a:ea typeface="+mn-lt"/>
                <a:cs typeface="+mn-lt"/>
              </a:rPr>
              <a:t>be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broken</a:t>
            </a:r>
            <a:r>
              <a:rPr lang="fr-FR" dirty="0">
                <a:ea typeface="+mn-lt"/>
                <a:cs typeface="+mn-lt"/>
              </a:rPr>
              <a:t> down </a:t>
            </a:r>
            <a:r>
              <a:rPr lang="fr-FR" dirty="0" err="1">
                <a:ea typeface="+mn-lt"/>
                <a:cs typeface="+mn-lt"/>
              </a:rPr>
              <a:t>into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three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layers</a:t>
            </a:r>
            <a:r>
              <a:rPr lang="fr-FR" dirty="0">
                <a:ea typeface="+mn-lt"/>
                <a:cs typeface="+mn-lt"/>
              </a:rPr>
              <a:t>:</a:t>
            </a:r>
          </a:p>
          <a:p>
            <a:pPr marL="0" indent="0">
              <a:buNone/>
            </a:pPr>
            <a:endParaRPr lang="fr-FR" dirty="0">
              <a:ea typeface="+mn-lt"/>
              <a:cs typeface="+mn-lt"/>
            </a:endParaRPr>
          </a:p>
          <a:p>
            <a:pPr lvl="1"/>
            <a:r>
              <a:rPr lang="fr-FR" dirty="0">
                <a:ea typeface="+mn-lt"/>
                <a:cs typeface="+mn-lt"/>
              </a:rPr>
              <a:t>Client-</a:t>
            </a:r>
            <a:r>
              <a:rPr lang="fr-FR" dirty="0" err="1">
                <a:ea typeface="+mn-lt"/>
                <a:cs typeface="+mn-lt"/>
              </a:rPr>
              <a:t>side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coding</a:t>
            </a:r>
            <a:r>
              <a:rPr lang="fr-FR" dirty="0">
                <a:ea typeface="+mn-lt"/>
                <a:cs typeface="+mn-lt"/>
              </a:rPr>
              <a:t> (</a:t>
            </a:r>
            <a:r>
              <a:rPr lang="fr-FR" dirty="0" err="1">
                <a:ea typeface="+mn-lt"/>
                <a:cs typeface="+mn-lt"/>
              </a:rPr>
              <a:t>front-end</a:t>
            </a:r>
            <a:r>
              <a:rPr lang="fr-FR" dirty="0">
                <a:ea typeface="+mn-lt"/>
                <a:cs typeface="+mn-lt"/>
              </a:rPr>
              <a:t>)</a:t>
            </a:r>
            <a:endParaRPr lang="fr-FR">
              <a:cs typeface="Calibri" panose="020F0502020204030204"/>
            </a:endParaRPr>
          </a:p>
          <a:p>
            <a:pPr lvl="1"/>
            <a:r>
              <a:rPr lang="fr-FR" dirty="0">
                <a:ea typeface="+mn-lt"/>
                <a:cs typeface="+mn-lt"/>
              </a:rPr>
              <a:t>Server-</a:t>
            </a:r>
            <a:r>
              <a:rPr lang="fr-FR" dirty="0" err="1">
                <a:ea typeface="+mn-lt"/>
                <a:cs typeface="+mn-lt"/>
              </a:rPr>
              <a:t>side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coding</a:t>
            </a:r>
            <a:r>
              <a:rPr lang="fr-FR" dirty="0">
                <a:ea typeface="+mn-lt"/>
                <a:cs typeface="+mn-lt"/>
              </a:rPr>
              <a:t> (</a:t>
            </a:r>
            <a:r>
              <a:rPr lang="fr-FR" dirty="0" err="1">
                <a:ea typeface="+mn-lt"/>
                <a:cs typeface="+mn-lt"/>
              </a:rPr>
              <a:t>back-end</a:t>
            </a:r>
            <a:r>
              <a:rPr lang="fr-FR" dirty="0">
                <a:ea typeface="+mn-lt"/>
                <a:cs typeface="+mn-lt"/>
              </a:rPr>
              <a:t>)</a:t>
            </a:r>
            <a:endParaRPr lang="fr-FR">
              <a:cs typeface="Calibri"/>
            </a:endParaRPr>
          </a:p>
          <a:p>
            <a:pPr lvl="1"/>
            <a:r>
              <a:rPr lang="fr-FR" dirty="0" err="1">
                <a:ea typeface="+mn-lt"/>
                <a:cs typeface="+mn-lt"/>
              </a:rPr>
              <a:t>Database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technology</a:t>
            </a:r>
            <a:r>
              <a:rPr lang="fr-FR" dirty="0">
                <a:ea typeface="+mn-lt"/>
                <a:cs typeface="+mn-lt"/>
              </a:rPr>
              <a:t>.</a:t>
            </a:r>
            <a:endParaRPr lang="fr-FR">
              <a:cs typeface="Calibri" panose="020F0502020204030204"/>
            </a:endParaRPr>
          </a:p>
          <a:p>
            <a:pPr marL="0" indent="0">
              <a:buNone/>
            </a:pPr>
            <a:r>
              <a:rPr lang="fr-FR" dirty="0">
                <a:ea typeface="+mn-lt"/>
                <a:cs typeface="+mn-lt"/>
              </a:rPr>
              <a:t>The client </a:t>
            </a:r>
            <a:r>
              <a:rPr lang="fr-FR" dirty="0" err="1">
                <a:ea typeface="+mn-lt"/>
                <a:cs typeface="+mn-lt"/>
              </a:rPr>
              <a:t>sends</a:t>
            </a:r>
            <a:r>
              <a:rPr lang="fr-FR" dirty="0">
                <a:ea typeface="+mn-lt"/>
                <a:cs typeface="+mn-lt"/>
              </a:rPr>
              <a:t> a </a:t>
            </a:r>
            <a:r>
              <a:rPr lang="fr-FR" dirty="0" err="1">
                <a:ea typeface="+mn-lt"/>
                <a:cs typeface="+mn-lt"/>
              </a:rPr>
              <a:t>request</a:t>
            </a:r>
            <a:r>
              <a:rPr lang="fr-FR" dirty="0">
                <a:ea typeface="+mn-lt"/>
                <a:cs typeface="+mn-lt"/>
              </a:rPr>
              <a:t> to the Server to </a:t>
            </a:r>
            <a:r>
              <a:rPr lang="fr-FR" dirty="0" err="1">
                <a:ea typeface="+mn-lt"/>
                <a:cs typeface="+mn-lt"/>
              </a:rPr>
              <a:t>fetch</a:t>
            </a:r>
            <a:r>
              <a:rPr lang="fr-FR" dirty="0">
                <a:ea typeface="+mn-lt"/>
                <a:cs typeface="+mn-lt"/>
              </a:rPr>
              <a:t> the page </a:t>
            </a:r>
            <a:r>
              <a:rPr lang="fr-FR" dirty="0" err="1">
                <a:ea typeface="+mn-lt"/>
                <a:cs typeface="+mn-lt"/>
              </a:rPr>
              <a:t>you</a:t>
            </a:r>
            <a:r>
              <a:rPr lang="fr-FR" dirty="0">
                <a:ea typeface="+mn-lt"/>
                <a:cs typeface="+mn-lt"/>
              </a:rPr>
              <a:t> have </a:t>
            </a:r>
            <a:r>
              <a:rPr lang="fr-FR" dirty="0" err="1">
                <a:ea typeface="+mn-lt"/>
                <a:cs typeface="+mn-lt"/>
              </a:rPr>
              <a:t>entered</a:t>
            </a:r>
            <a:r>
              <a:rPr lang="fr-FR" dirty="0">
                <a:ea typeface="+mn-lt"/>
                <a:cs typeface="+mn-lt"/>
              </a:rPr>
              <a:t> in the </a:t>
            </a:r>
            <a:r>
              <a:rPr lang="fr-FR" dirty="0" err="1">
                <a:ea typeface="+mn-lt"/>
                <a:cs typeface="+mn-lt"/>
              </a:rPr>
              <a:t>address</a:t>
            </a:r>
            <a:r>
              <a:rPr lang="fr-FR" dirty="0">
                <a:ea typeface="+mn-lt"/>
                <a:cs typeface="+mn-lt"/>
              </a:rPr>
              <a:t> bar of the browser.</a:t>
            </a:r>
            <a:endParaRPr lang="fr-FR" dirty="0"/>
          </a:p>
          <a:p>
            <a:endParaRPr lang="fr-FR">
              <a:cs typeface="Calibri" panose="020F0502020204030204"/>
            </a:endParaRPr>
          </a:p>
          <a:p>
            <a:endParaRPr lang="fr-F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564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0ADA5-D438-EFD2-9A87-946FFD6F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i="1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2- </a:t>
            </a:r>
            <a:r>
              <a:rPr lang="fr-FR" i="1" dirty="0" err="1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What</a:t>
            </a:r>
            <a:r>
              <a:rPr lang="fr-FR" i="1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 </a:t>
            </a:r>
            <a:r>
              <a:rPr lang="fr-FR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do </a:t>
            </a:r>
            <a:r>
              <a:rPr lang="fr-FR" dirty="0" err="1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you</a:t>
            </a:r>
            <a:r>
              <a:rPr lang="fr-FR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 </a:t>
            </a:r>
            <a:r>
              <a:rPr lang="fr-FR" dirty="0" err="1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need</a:t>
            </a:r>
            <a:r>
              <a:rPr lang="fr-FR" i="1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 to </a:t>
            </a:r>
            <a:r>
              <a:rPr lang="fr-FR" i="1" dirty="0" err="1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be</a:t>
            </a:r>
            <a:r>
              <a:rPr lang="fr-FR" i="1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 a web </a:t>
            </a:r>
            <a:r>
              <a:rPr lang="fr-FR" i="1" dirty="0" err="1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developer</a:t>
            </a:r>
            <a:r>
              <a:rPr lang="fr-FR" i="1" dirty="0">
                <a:solidFill>
                  <a:srgbClr val="0F0F19"/>
                </a:solidFill>
                <a:latin typeface="inherit"/>
                <a:ea typeface="inherit"/>
                <a:cs typeface="inherit"/>
              </a:rPr>
              <a:t>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A14B1-7808-A3CC-B203-2C75FBF07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dirty="0">
                <a:ea typeface="+mn-lt"/>
                <a:cs typeface="+mn-lt"/>
              </a:rPr>
              <a:t>the </a:t>
            </a:r>
            <a:r>
              <a:rPr lang="fr-FR" dirty="0" err="1">
                <a:ea typeface="+mn-lt"/>
                <a:cs typeface="+mn-lt"/>
              </a:rPr>
              <a:t>mastery</a:t>
            </a:r>
            <a:r>
              <a:rPr lang="fr-FR" dirty="0">
                <a:ea typeface="+mn-lt"/>
                <a:cs typeface="+mn-lt"/>
              </a:rPr>
              <a:t> of </a:t>
            </a:r>
            <a:r>
              <a:rPr lang="fr-FR" dirty="0" err="1">
                <a:ea typeface="+mn-lt"/>
                <a:cs typeface="+mn-lt"/>
              </a:rPr>
              <a:t>these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three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languages</a:t>
            </a:r>
            <a:r>
              <a:rPr lang="fr-FR" dirty="0">
                <a:ea typeface="+mn-lt"/>
                <a:cs typeface="+mn-lt"/>
              </a:rPr>
              <a:t>: HTML, CSS and JavaScript.</a:t>
            </a:r>
            <a:endParaRPr lang="fr-FR"/>
          </a:p>
          <a:p>
            <a:pPr marL="0" indent="0">
              <a:buNone/>
            </a:pPr>
            <a:endParaRPr lang="fr-FR" dirty="0"/>
          </a:p>
          <a:p>
            <a:pPr>
              <a:buAutoNum type="arabicPeriod"/>
            </a:pPr>
            <a:r>
              <a:rPr lang="fr-FR" dirty="0">
                <a:ea typeface="+mn-lt"/>
                <a:cs typeface="+mn-lt"/>
              </a:rPr>
              <a:t>HTML: </a:t>
            </a:r>
            <a:r>
              <a:rPr lang="fr-FR" dirty="0" err="1">
                <a:ea typeface="+mn-lt"/>
                <a:cs typeface="+mn-lt"/>
              </a:rPr>
              <a:t>defining</a:t>
            </a:r>
            <a:r>
              <a:rPr lang="fr-FR" dirty="0">
                <a:ea typeface="+mn-lt"/>
                <a:cs typeface="+mn-lt"/>
              </a:rPr>
              <a:t> the content to </a:t>
            </a:r>
            <a:r>
              <a:rPr lang="fr-FR" dirty="0" err="1">
                <a:ea typeface="+mn-lt"/>
                <a:cs typeface="+mn-lt"/>
              </a:rPr>
              <a:t>be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displayed</a:t>
            </a:r>
            <a:r>
              <a:rPr lang="fr-FR" dirty="0">
                <a:ea typeface="+mn-lt"/>
                <a:cs typeface="+mn-lt"/>
              </a:rPr>
              <a:t>.</a:t>
            </a:r>
            <a:endParaRPr lang="fr-FR" dirty="0"/>
          </a:p>
          <a:p>
            <a:pPr>
              <a:buAutoNum type="arabicPeriod"/>
            </a:pPr>
            <a:r>
              <a:rPr lang="fr-FR" dirty="0">
                <a:ea typeface="+mn-lt"/>
                <a:cs typeface="+mn-lt"/>
              </a:rPr>
              <a:t>CSS: </a:t>
            </a:r>
            <a:r>
              <a:rPr lang="fr-FR" dirty="0" err="1">
                <a:ea typeface="+mn-lt"/>
                <a:cs typeface="+mn-lt"/>
              </a:rPr>
              <a:t>instructing</a:t>
            </a:r>
            <a:r>
              <a:rPr lang="fr-FR" dirty="0">
                <a:ea typeface="+mn-lt"/>
                <a:cs typeface="+mn-lt"/>
              </a:rPr>
              <a:t> a browser how to display </a:t>
            </a:r>
            <a:r>
              <a:rPr lang="fr-FR" dirty="0" err="1">
                <a:ea typeface="+mn-lt"/>
                <a:cs typeface="+mn-lt"/>
              </a:rPr>
              <a:t>that</a:t>
            </a:r>
            <a:r>
              <a:rPr lang="fr-FR" dirty="0">
                <a:ea typeface="+mn-lt"/>
                <a:cs typeface="+mn-lt"/>
              </a:rPr>
              <a:t> content.</a:t>
            </a:r>
          </a:p>
          <a:p>
            <a:pPr>
              <a:buAutoNum type="arabicPeriod"/>
            </a:pPr>
            <a:r>
              <a:rPr lang="fr-FR" dirty="0">
                <a:ea typeface="+mn-lt"/>
                <a:cs typeface="+mn-lt"/>
              </a:rPr>
              <a:t>JavaScript: </a:t>
            </a:r>
            <a:r>
              <a:rPr lang="fr-FR" dirty="0" err="1">
                <a:ea typeface="+mn-lt"/>
                <a:cs typeface="+mn-lt"/>
              </a:rPr>
              <a:t>making</a:t>
            </a:r>
            <a:r>
              <a:rPr lang="fr-FR" dirty="0">
                <a:ea typeface="+mn-lt"/>
                <a:cs typeface="+mn-lt"/>
              </a:rPr>
              <a:t> the content interactive.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296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4C7D8-75C9-5BF4-6977-B21C3C02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a typeface="+mj-lt"/>
                <a:cs typeface="+mj-lt"/>
              </a:rPr>
              <a:t>3- </a:t>
            </a:r>
            <a:r>
              <a:rPr lang="fr-FR" dirty="0" err="1">
                <a:ea typeface="+mj-lt"/>
                <a:cs typeface="+mj-lt"/>
              </a:rPr>
              <a:t>Why</a:t>
            </a:r>
            <a:r>
              <a:rPr lang="fr-FR" dirty="0">
                <a:ea typeface="+mj-lt"/>
                <a:cs typeface="+mj-lt"/>
              </a:rPr>
              <a:t> </a:t>
            </a:r>
            <a:r>
              <a:rPr lang="fr-FR" dirty="0" err="1">
                <a:ea typeface="+mj-lt"/>
                <a:cs typeface="+mj-lt"/>
              </a:rPr>
              <a:t>did</a:t>
            </a:r>
            <a:r>
              <a:rPr lang="fr-FR" dirty="0">
                <a:ea typeface="+mj-lt"/>
                <a:cs typeface="+mj-lt"/>
              </a:rPr>
              <a:t> </a:t>
            </a:r>
            <a:r>
              <a:rPr lang="fr-FR" dirty="0" err="1">
                <a:ea typeface="+mj-lt"/>
                <a:cs typeface="+mj-lt"/>
              </a:rPr>
              <a:t>you</a:t>
            </a:r>
            <a:r>
              <a:rPr lang="fr-FR" dirty="0">
                <a:ea typeface="+mj-lt"/>
                <a:cs typeface="+mj-lt"/>
              </a:rPr>
              <a:t> </a:t>
            </a:r>
            <a:r>
              <a:rPr lang="fr-FR" dirty="0" err="1">
                <a:ea typeface="+mj-lt"/>
                <a:cs typeface="+mj-lt"/>
              </a:rPr>
              <a:t>choose</a:t>
            </a:r>
            <a:r>
              <a:rPr lang="fr-FR" dirty="0">
                <a:ea typeface="+mj-lt"/>
                <a:cs typeface="+mj-lt"/>
              </a:rPr>
              <a:t> to </a:t>
            </a:r>
            <a:r>
              <a:rPr lang="fr-FR" dirty="0" err="1">
                <a:ea typeface="+mj-lt"/>
                <a:cs typeface="+mj-lt"/>
              </a:rPr>
              <a:t>learn</a:t>
            </a:r>
            <a:r>
              <a:rPr lang="fr-FR" dirty="0">
                <a:ea typeface="+mj-lt"/>
                <a:cs typeface="+mj-lt"/>
              </a:rPr>
              <a:t> web development?</a:t>
            </a:r>
            <a:endParaRPr lang="fr-FR"/>
          </a:p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00F9E7-BF32-4310-35AE-A9767FEEE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ea typeface="+mn-lt"/>
                <a:cs typeface="+mn-lt"/>
              </a:rPr>
              <a:t>endless opportunité</a:t>
            </a:r>
          </a:p>
          <a:p>
            <a:r>
              <a:rPr lang="fr-FR" dirty="0" err="1">
                <a:ea typeface="+mn-lt"/>
                <a:cs typeface="+mn-lt"/>
              </a:rPr>
              <a:t>Easy</a:t>
            </a:r>
            <a:r>
              <a:rPr lang="fr-FR" dirty="0">
                <a:ea typeface="+mn-lt"/>
                <a:cs typeface="+mn-lt"/>
              </a:rPr>
              <a:t> to </a:t>
            </a:r>
            <a:r>
              <a:rPr lang="fr-FR" dirty="0" err="1">
                <a:ea typeface="+mn-lt"/>
                <a:cs typeface="+mn-lt"/>
              </a:rPr>
              <a:t>learn</a:t>
            </a:r>
          </a:p>
          <a:p>
            <a:r>
              <a:rPr lang="fr-FR">
                <a:ea typeface="+mn-lt"/>
                <a:cs typeface="+mn-lt"/>
              </a:rPr>
              <a:t>good chance for making Money</a:t>
            </a:r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958410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Wisp</vt:lpstr>
      <vt:lpstr>My checkpoints</vt:lpstr>
      <vt:lpstr>1 -  How does the web work? </vt:lpstr>
      <vt:lpstr>2- What do you need to be a web developer?</vt:lpstr>
      <vt:lpstr>3- Why did you choose to learn web development?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</dc:title>
  <dc:creator/>
  <cp:lastModifiedBy/>
  <cp:revision>69</cp:revision>
  <dcterms:created xsi:type="dcterms:W3CDTF">2012-07-30T22:21:58Z</dcterms:created>
  <dcterms:modified xsi:type="dcterms:W3CDTF">2022-05-24T21:14:00Z</dcterms:modified>
</cp:coreProperties>
</file>