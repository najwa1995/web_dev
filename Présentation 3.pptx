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5/14/2022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268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TF10001119</Template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Gallery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lastModifiedBy/>
  <cp:revision>1</cp:revision>
  <dcterms:created xsi:type="dcterms:W3CDTF">2022-05-14T20:45:44Z</dcterms:created>
  <dcterms:modified xsi:type="dcterms:W3CDTF">2022-05-14T20:45:56Z</dcterms:modified>
</cp:coreProperties>
</file>